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Agent-arkitektur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Inspirerad av OpenClaw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Träningsplattformen - Kandidatarbete VT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är OpenClaw?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AI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145,000+ GitHub-stjärnor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januari 2026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 lokalt på din maskin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faktiskt GÖRA saker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Multi-kanal (WhatsApp, Slack...)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implementation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arkitektur-principer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Anpassat för träningsdomänen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Integrerat i vår Flask-app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för ACWR, planering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 - Kärnan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Bryt ner mål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4748B"/>
                </a:solidFill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0" y="1645920"/>
            <a:ext cx="1828800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Kör relevant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4748B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1828800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VERIFY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Kontrollera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resultat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4748B"/>
                </a:solidFill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7315200" y="1645920"/>
            <a:ext cx="1828800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REPEAT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Iterera vid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behov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skillnad från vanlig AI-chat som bara svarar med text, kan en agent faktiskt utföra handlingar och iterera tills målet är uppnått.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Arkitektur: Brain, Hands, Memory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🧠 BRAIN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LLM (Claude)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Bestämmer vilka skills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Planerar sekvensen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Tolkar resultat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🖐️ HANDS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Skills (moduler)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check_acwr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check_inactive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generate_week_plan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analyze_progress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💾 MEMORY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JSONL-filer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Sparar kontext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Historik per idrottare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Persisterar mellan sessioner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Implementerade Skills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check_acwr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Kontrollerar alla idrottares ACWR och flaggar överträningsrisk. Varnar när ACWR &gt; 1.5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09728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check_inactive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Hittar idrottare som inte loggat på 3+ dagar. Proaktiv uppföljning.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73152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generate_week_plan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AI-genererar veckoplan baserat på historik, belastning och skador.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7432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743200"/>
            <a:ext cx="73152" cy="1371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analyze_progress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Analyserar trender över tid - ökande/stabil/minskande belastning.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vs Vanlig AI-chat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Vanlig AI (ChatGPT)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Väntar på fråga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Agerar proaktivt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Endast 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+ handlingar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Verktyg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Skills, API:er, filer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fråga = ett svar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Loopar tills klart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"ACWR är 1.6"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"ACWR=1.6, justerar planen"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Kod: Agent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AgentLoop: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goal: str, context: dict):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PLAN - Bryt ner målet i tasks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 = self.plan(goal, context)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task in tasks: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2. ACT - Kör 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self.act(task)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3. VERIFY - Kontrollera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verified = self.verify(task)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4. REPEAT - Fortsätt loopen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summary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Steg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Möjliga vidareutvecklingar: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WhatsApp/Telegram-integration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Schemalagda checks (cron-jobb)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Fler skills (nutrition, tester, periodisering)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Sub-agents för parallella tasks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Utökad LLM-planering (låt AI välja skills)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2286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💡 Insikt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1737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 behöver inte bygga OpenClaw - vi kan använda samma arkitektur-principer i vår domän.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Sammanfattning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Vi har byggt en OpenClaw-inspirerad agent-modul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Agent Loop: Plan → Act → Verify → Repeat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Skills: check_acwr, check_inactive, generate_week_plan, analyze_progress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Memory: JSONL för persistent kontext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Integrerat i vår Flask-app med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Testa: http://localhost:5000/agent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Agent-arkitektur för Träningsplattformen</dc:title>
  <dc:subject>PptxGenJS Presentation</dc:subject>
  <dc:creator>Grupp X</dc:creator>
  <cp:lastModifiedBy>Grupp X</cp:lastModifiedBy>
  <cp:revision>1</cp:revision>
  <dcterms:created xsi:type="dcterms:W3CDTF">2026-02-10T17:53:13Z</dcterms:created>
  <dcterms:modified xsi:type="dcterms:W3CDTF">2026-02-10T17:53:13Z</dcterms:modified>
</cp:coreProperties>
</file>